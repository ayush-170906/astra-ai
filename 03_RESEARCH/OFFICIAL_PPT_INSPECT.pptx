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2" r:id="rId1"/>
  </p:sldMasterIdLst>
  <p:notesMasterIdLst>
    <p:notesMasterId r:id="rId14"/>
  </p:notesMasterIdLst>
  <p:sldIdLst>
    <p:sldId id="332" r:id="rId2"/>
    <p:sldId id="409" r:id="rId3"/>
    <p:sldId id="424" r:id="rId4"/>
    <p:sldId id="429" r:id="rId5"/>
    <p:sldId id="430" r:id="rId6"/>
    <p:sldId id="431" r:id="rId7"/>
    <p:sldId id="432" r:id="rId8"/>
    <p:sldId id="433" r:id="rId9"/>
    <p:sldId id="435" r:id="rId10"/>
    <p:sldId id="434" r:id="rId11"/>
    <p:sldId id="423" r:id="rId12"/>
    <p:sldId id="398" r:id="rId13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23380B-9400-0BCB-AF9C-59B3531AE5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EDAC2-1C47-FE53-A454-C7ACACD578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45B5CAC2-9EDE-4561-BB66-37D3494C04E2}" type="datetimeFigureOut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005D13-356F-EA9F-1F49-300A8DCEB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C484573-2E8C-D028-2EB5-2D74C6235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7CB2D-8E75-EB0E-84DE-393E5CF822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3E5C-80B5-D2B1-D15D-58C23B854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EC5080B-2A15-4328-8D80-2C91D3FC6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>
            <a:extLst>
              <a:ext uri="{FF2B5EF4-FFF2-40B4-BE49-F238E27FC236}">
                <a16:creationId xmlns:a16="http://schemas.microsoft.com/office/drawing/2014/main" id="{DD08ABBD-1895-9ACF-5D62-890020C17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3910DB-7461-48D0-853D-364384B2C5FC}" type="slidenum">
              <a:rPr lang="en-US" altLang="en-US">
                <a:solidFill>
                  <a:srgbClr val="000000"/>
                </a:solidFill>
              </a:rPr>
              <a:pPr/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195" name="Text Box 1">
            <a:extLst>
              <a:ext uri="{FF2B5EF4-FFF2-40B4-BE49-F238E27FC236}">
                <a16:creationId xmlns:a16="http://schemas.microsoft.com/office/drawing/2014/main" id="{743DEB2D-6E80-9593-CADE-98E56EC15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3164A217-7C44-6151-B453-9558F46CC15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9">
            <a:extLst>
              <a:ext uri="{FF2B5EF4-FFF2-40B4-BE49-F238E27FC236}">
                <a16:creationId xmlns:a16="http://schemas.microsoft.com/office/drawing/2014/main" id="{AA8CBBA7-9BAD-15A4-7A9A-1101FD313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C20326A-5ABD-4AD0-AA46-E8EBAA6E7FA6}" type="slidenum">
              <a:rPr lang="en-US" altLang="en-US">
                <a:solidFill>
                  <a:srgbClr val="000000"/>
                </a:solidFill>
              </a:rPr>
              <a:pPr/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43" name="Text Box 1">
            <a:extLst>
              <a:ext uri="{FF2B5EF4-FFF2-40B4-BE49-F238E27FC236}">
                <a16:creationId xmlns:a16="http://schemas.microsoft.com/office/drawing/2014/main" id="{EE29D776-4A44-598D-F3EF-BE4E41C86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3B978B21-6835-DD17-82BB-D1BB934C6C9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>
            <a:extLst>
              <a:ext uri="{FF2B5EF4-FFF2-40B4-BE49-F238E27FC236}">
                <a16:creationId xmlns:a16="http://schemas.microsoft.com/office/drawing/2014/main" id="{691B4D59-8B66-B3B3-EC6E-D8B2DBE1C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816CE76-C676-4326-B0C2-48560662835D}" type="slidenum">
              <a:rPr lang="en-US" altLang="en-US">
                <a:solidFill>
                  <a:srgbClr val="000000"/>
                </a:solidFill>
              </a:rPr>
              <a:pPr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2291" name="Text Box 1">
            <a:extLst>
              <a:ext uri="{FF2B5EF4-FFF2-40B4-BE49-F238E27FC236}">
                <a16:creationId xmlns:a16="http://schemas.microsoft.com/office/drawing/2014/main" id="{356FED3A-AFE6-47F3-B11E-BC9F10C0C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FB673580-BE9D-5FA1-73D4-37EE265448A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9">
            <a:extLst>
              <a:ext uri="{FF2B5EF4-FFF2-40B4-BE49-F238E27FC236}">
                <a16:creationId xmlns:a16="http://schemas.microsoft.com/office/drawing/2014/main" id="{A3AE8B09-B452-9382-8514-BDBFA94B3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5603A25-AF68-4DB5-9D92-E7CC7825083B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339" name="Text Box 1">
            <a:extLst>
              <a:ext uri="{FF2B5EF4-FFF2-40B4-BE49-F238E27FC236}">
                <a16:creationId xmlns:a16="http://schemas.microsoft.com/office/drawing/2014/main" id="{3BAF09F2-3C46-66C4-8593-F7A86083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C75D3A40-9FEC-FC2D-C1FC-E7724907456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9">
            <a:extLst>
              <a:ext uri="{FF2B5EF4-FFF2-40B4-BE49-F238E27FC236}">
                <a16:creationId xmlns:a16="http://schemas.microsoft.com/office/drawing/2014/main" id="{E2C1DE3F-D139-ACE2-92F0-41847725A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A0CACB0-AC06-48BC-8513-C1FDCA1D84E5}" type="slidenum">
              <a:rPr lang="en-US" altLang="en-US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EAD1D6F9-E61D-A2F6-19B4-3696F54E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723F350E-1FB8-BAEC-9BEB-461AF9F42B8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68FAC316-386F-6850-D8FF-00C5C8F5B3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5E91C79-8ED1-4EEF-8432-326F08609B6B}" type="slidenum">
              <a:rPr lang="en-US" altLang="en-US">
                <a:solidFill>
                  <a:srgbClr val="000000"/>
                </a:solidFill>
              </a:rPr>
              <a:pPr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435" name="Text Box 1">
            <a:extLst>
              <a:ext uri="{FF2B5EF4-FFF2-40B4-BE49-F238E27FC236}">
                <a16:creationId xmlns:a16="http://schemas.microsoft.com/office/drawing/2014/main" id="{4AC50382-49D2-955E-CF2D-B1C6BC323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F6F6ED03-79D7-6F55-5642-1384B0E0F83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>
            <a:extLst>
              <a:ext uri="{FF2B5EF4-FFF2-40B4-BE49-F238E27FC236}">
                <a16:creationId xmlns:a16="http://schemas.microsoft.com/office/drawing/2014/main" id="{7059B7F8-6129-0524-3200-ED269D5B91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C14B98F-411D-4F22-B473-6687ACB5CB71}" type="slidenum">
              <a:rPr lang="en-US" altLang="en-US">
                <a:solidFill>
                  <a:srgbClr val="000000"/>
                </a:solidFill>
              </a:rPr>
              <a:pPr/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483" name="Text Box 1">
            <a:extLst>
              <a:ext uri="{FF2B5EF4-FFF2-40B4-BE49-F238E27FC236}">
                <a16:creationId xmlns:a16="http://schemas.microsoft.com/office/drawing/2014/main" id="{666145FD-98F6-4AB9-ED21-9979C084D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03A55113-284F-7AFB-F60C-F62F7EEC1AB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>
            <a:extLst>
              <a:ext uri="{FF2B5EF4-FFF2-40B4-BE49-F238E27FC236}">
                <a16:creationId xmlns:a16="http://schemas.microsoft.com/office/drawing/2014/main" id="{F3B33ECB-88E7-2BDE-CE7A-B6A64F341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68B0CD-114F-4BD1-AA89-208880D473FA}" type="slidenum">
              <a:rPr lang="en-US" altLang="en-US">
                <a:solidFill>
                  <a:srgbClr val="000000"/>
                </a:solidFill>
              </a:rPr>
              <a:pPr/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2531" name="Text Box 1">
            <a:extLst>
              <a:ext uri="{FF2B5EF4-FFF2-40B4-BE49-F238E27FC236}">
                <a16:creationId xmlns:a16="http://schemas.microsoft.com/office/drawing/2014/main" id="{450F2134-FA4D-7AF2-7F3A-777783AD6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3845A681-8427-23D8-FBF5-CCD061FEFF2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>
            <a:extLst>
              <a:ext uri="{FF2B5EF4-FFF2-40B4-BE49-F238E27FC236}">
                <a16:creationId xmlns:a16="http://schemas.microsoft.com/office/drawing/2014/main" id="{2B32ED09-2DFE-611D-E295-5B2D88E11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FFCB10D-E6D3-448B-B3CD-0B3C298B8A7C}" type="slidenum">
              <a:rPr lang="en-US" altLang="en-US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4579" name="Text Box 1">
            <a:extLst>
              <a:ext uri="{FF2B5EF4-FFF2-40B4-BE49-F238E27FC236}">
                <a16:creationId xmlns:a16="http://schemas.microsoft.com/office/drawing/2014/main" id="{F92729BB-C24D-A5C5-4634-9FA02278E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5A5BAD47-1709-AC6C-0553-ECB721E7FD1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9">
            <a:extLst>
              <a:ext uri="{FF2B5EF4-FFF2-40B4-BE49-F238E27FC236}">
                <a16:creationId xmlns:a16="http://schemas.microsoft.com/office/drawing/2014/main" id="{229F1886-16E2-5F31-F357-CD0BBE4BB9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EF8E53B-E944-48A1-9C58-964E48792BB2}" type="slidenum">
              <a:rPr lang="en-US" altLang="en-US">
                <a:solidFill>
                  <a:srgbClr val="000000"/>
                </a:solidFill>
              </a:rPr>
              <a:pPr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6627" name="Text Box 1">
            <a:extLst>
              <a:ext uri="{FF2B5EF4-FFF2-40B4-BE49-F238E27FC236}">
                <a16:creationId xmlns:a16="http://schemas.microsoft.com/office/drawing/2014/main" id="{B03ECCF0-0273-D288-C5D0-3A463480E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D5EFB694-E385-29E2-54EF-5D9ED447BF7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9">
            <a:extLst>
              <a:ext uri="{FF2B5EF4-FFF2-40B4-BE49-F238E27FC236}">
                <a16:creationId xmlns:a16="http://schemas.microsoft.com/office/drawing/2014/main" id="{C1D49118-1710-2FA4-9189-FD2C649CB9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F9AC1DA-A377-4B4C-8144-281322716CDA}" type="slidenum">
              <a:rPr lang="en-US" altLang="en-US">
                <a:solidFill>
                  <a:srgbClr val="000000"/>
                </a:solidFill>
              </a:rPr>
              <a:pPr/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8675" name="Text Box 1">
            <a:extLst>
              <a:ext uri="{FF2B5EF4-FFF2-40B4-BE49-F238E27FC236}">
                <a16:creationId xmlns:a16="http://schemas.microsoft.com/office/drawing/2014/main" id="{E2FB73ED-765D-7B87-B995-B3114BCB9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E9E65B1-647B-A627-203D-344D9A56EAF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9">
            <a:extLst>
              <a:ext uri="{FF2B5EF4-FFF2-40B4-BE49-F238E27FC236}">
                <a16:creationId xmlns:a16="http://schemas.microsoft.com/office/drawing/2014/main" id="{E28FE8C7-E663-69F7-276B-E7E04F2C2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8038" algn="l"/>
                <a:tab pos="1617663" algn="l"/>
                <a:tab pos="2425700" algn="l"/>
                <a:tab pos="3235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327919B-C873-4AFA-965D-787C1A007CAB}" type="slidenum">
              <a:rPr lang="en-US" altLang="en-US">
                <a:solidFill>
                  <a:srgbClr val="000000"/>
                </a:solidFill>
              </a:rPr>
              <a:pPr/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23" name="Text Box 1">
            <a:extLst>
              <a:ext uri="{FF2B5EF4-FFF2-40B4-BE49-F238E27FC236}">
                <a16:creationId xmlns:a16="http://schemas.microsoft.com/office/drawing/2014/main" id="{17F2CE33-0113-E495-2242-9B06D2196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163" y="757238"/>
            <a:ext cx="5202237" cy="37798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102180" tIns="51091" rIns="102180" bIns="51091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FB95C6FA-7DFD-0714-0E91-916A8CBFC3D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81050" y="4789488"/>
            <a:ext cx="6237288" cy="4532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AED52B-B3E2-5396-2028-7AA5F4E41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3" name="Rounded Rectangle 10">
            <a:extLst>
              <a:ext uri="{FF2B5EF4-FFF2-40B4-BE49-F238E27FC236}">
                <a16:creationId xmlns:a16="http://schemas.microsoft.com/office/drawing/2014/main" id="{1A504A78-71C1-90CE-2F62-AE45ACCDF142}"/>
              </a:ext>
            </a:extLst>
          </p:cNvPr>
          <p:cNvSpPr/>
          <p:nvPr/>
        </p:nvSpPr>
        <p:spPr>
          <a:xfrm>
            <a:off x="87313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37632-78A7-8AF7-B103-84808A1B37E5}"/>
              </a:ext>
            </a:extLst>
          </p:cNvPr>
          <p:cNvSpPr/>
          <p:nvPr/>
        </p:nvSpPr>
        <p:spPr>
          <a:xfrm>
            <a:off x="84138" y="1449388"/>
            <a:ext cx="12028487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655C4-B9BA-9EF5-E08C-EAA87C637A2C}"/>
              </a:ext>
            </a:extLst>
          </p:cNvPr>
          <p:cNvSpPr/>
          <p:nvPr/>
        </p:nvSpPr>
        <p:spPr>
          <a:xfrm>
            <a:off x="84138" y="1397000"/>
            <a:ext cx="12028487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200095-E049-62C6-B2AD-4B140678A8D3}"/>
              </a:ext>
            </a:extLst>
          </p:cNvPr>
          <p:cNvSpPr/>
          <p:nvPr/>
        </p:nvSpPr>
        <p:spPr>
          <a:xfrm>
            <a:off x="84138" y="2976563"/>
            <a:ext cx="12028487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8DC19220-DC6F-59AE-6BF4-605785BD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2D14F-A5E5-4C9B-B257-EA46F6C82C09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B6533485-1DE6-7FE4-A6F1-520D7957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FFFFAD92-DB2E-CBFB-9643-8F6D846D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1C0500-A41C-42F7-A5D6-7BD54DE4D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3375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43AECF4-4FE5-B551-6388-99F3ADA8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F8BD5-7435-4B25-92D8-4C0F1767DCE9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FE33C48-CB3A-7927-D4A6-C86E747B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951EBB1C-3276-1809-044F-3340877A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92558-0592-4ADA-A157-4EAC2A0EEC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89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4AF057-6641-E094-E930-2B978810E9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38B13D62-6807-3F7C-834C-83731CF2ADDE}"/>
              </a:ext>
            </a:extLst>
          </p:cNvPr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27ABC-50D4-398C-3BF4-2ED342332E61}"/>
              </a:ext>
            </a:extLst>
          </p:cNvPr>
          <p:cNvSpPr/>
          <p:nvPr/>
        </p:nvSpPr>
        <p:spPr>
          <a:xfrm flipV="1">
            <a:off x="92075" y="2376488"/>
            <a:ext cx="1201896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CB3EC-CAA2-D501-271E-FDB16B05AC1F}"/>
              </a:ext>
            </a:extLst>
          </p:cNvPr>
          <p:cNvSpPr/>
          <p:nvPr/>
        </p:nvSpPr>
        <p:spPr>
          <a:xfrm>
            <a:off x="92075" y="2341563"/>
            <a:ext cx="1201896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D9FBC-8B83-C6CE-65F6-2AB6DF2535CA}"/>
              </a:ext>
            </a:extLst>
          </p:cNvPr>
          <p:cNvSpPr/>
          <p:nvPr/>
        </p:nvSpPr>
        <p:spPr>
          <a:xfrm>
            <a:off x="90488" y="2468563"/>
            <a:ext cx="12020550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A6CE31-38EA-069B-CFD4-2E841E1D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5CEC6-FCF4-427D-9944-0ECFFEB44AB0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75A7744-5156-BFFA-E534-1312EF67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9D05A6-322C-09BA-8821-9A0BCD0A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263" y="6208713"/>
            <a:ext cx="609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B57FB9-C9AF-4AD4-85A9-193D86B372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656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1B2B71A-29E7-595D-E1FA-BD6C99BC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A0CBF-065F-44D4-AFAB-1AD1C36D515B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8376592-B7A8-353B-FD0E-13C6FBA9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BE6BA8B-4673-1BF8-CD1A-2C779CE3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C735B-B9A6-4550-B167-904F75195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24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043A9DCB-0DFD-944F-5CA4-4453AD5B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9AB62-F31A-4B72-A3B8-F44B46669886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FD024FB-CB8F-7326-C34E-AEDDEC21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8F5E26B-3A45-FABD-BC3A-F55CD362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F4DF33-FF69-467B-8E48-F510D41AB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8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40E40A7B-DD55-5128-E225-016947BC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621DF-E872-4B5C-8D54-F94A37A8FB4E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3AA2840-3235-22AB-D169-75A93C08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706CABBD-A3A0-83B0-D8DF-8C9B55AD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4FE52-BB0D-40E7-BE69-E1DE07DB18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57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6FEA4A56-7C8C-9040-14AB-E918C5EB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E5F71-F15A-4CC5-9C79-9F15EDE1FE3F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33517-51C4-CFC1-85BF-17FBA63E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080A9CB9-A5A0-107A-7BE8-8516745D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4798E-3921-47A5-8799-25A11383F0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68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90DEBA-5853-DE5D-9317-C82467F736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10">
            <a:extLst>
              <a:ext uri="{FF2B5EF4-FFF2-40B4-BE49-F238E27FC236}">
                <a16:creationId xmlns:a16="http://schemas.microsoft.com/office/drawing/2014/main" id="{D63A5514-EEBD-A6BE-B323-2E79511E5070}"/>
              </a:ext>
            </a:extLst>
          </p:cNvPr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B014888-BB5E-2886-2096-3004A349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711C7-29F5-4740-84B2-90A810A801A9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95F1B8C-1035-0813-8275-5AA1E22C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08CA444A-5587-50F7-20E5-D194E2D4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4EC5FD-7FE2-4D0B-99DE-348A5210D3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98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8451D6-CDD3-CD88-4965-56044B77C408}"/>
              </a:ext>
            </a:extLst>
          </p:cNvPr>
          <p:cNvSpPr/>
          <p:nvPr/>
        </p:nvSpPr>
        <p:spPr>
          <a:xfrm flipV="1">
            <a:off x="90488" y="4683125"/>
            <a:ext cx="1200943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13A3C7-EC90-100B-1835-591A250902CF}"/>
              </a:ext>
            </a:extLst>
          </p:cNvPr>
          <p:cNvSpPr/>
          <p:nvPr/>
        </p:nvSpPr>
        <p:spPr>
          <a:xfrm>
            <a:off x="92075" y="4649788"/>
            <a:ext cx="12007850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F5963-3052-8888-9B32-68F2AADB5C8E}"/>
              </a:ext>
            </a:extLst>
          </p:cNvPr>
          <p:cNvSpPr/>
          <p:nvPr/>
        </p:nvSpPr>
        <p:spPr>
          <a:xfrm>
            <a:off x="92075" y="4773613"/>
            <a:ext cx="12007850" cy="4921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29D0A02F-C8DF-8A61-2FAF-E111AA32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ABD1B-A802-47D3-B6F1-AC10BA7B9A71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D6763AB-E18C-4E1E-A9AD-92A79663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EA6A926-75D1-2605-A928-A7ADBD9F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5263" y="6208713"/>
            <a:ext cx="609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18F37F-AE80-4957-978B-CD2A8821B7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2448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0FD615D-FD32-68B9-A4D1-92D09FAB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83A43-48B6-40A5-BD91-21F8C93789ED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6FF532-67CA-439F-2E30-43BD9F4C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1E6C56-D425-2D05-3118-9981200B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11A46-5D76-4CD9-9607-5A58F21499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94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038663C-E330-9838-AAA9-A6112BC2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5BB8-23CA-4CD4-A218-3297E83D8CEA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613B62-5F77-78C3-F42D-B6E5D1C4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42D9F2E-03B5-8D04-F909-F2ACC92A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BFF77-C8B9-4747-A861-86CA35C154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54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603FC3-15C1-47F8-01AF-8BD09A6074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F0139ADE-E732-9D21-68C8-53FBAF7BC2AE}"/>
              </a:ext>
            </a:extLst>
          </p:cNvPr>
          <p:cNvSpPr/>
          <p:nvPr/>
        </p:nvSpPr>
        <p:spPr>
          <a:xfrm>
            <a:off x="85725" y="69850"/>
            <a:ext cx="1201737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96FEA7F6-AF2D-F7B1-568E-B4D66B87705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5A68FEC9-42FC-3441-FB5D-622D0BE7A09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CF5D970-6759-D0FE-28C0-FCB7E9DC0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920950D-DA8B-41AE-BD19-BAF92EACF5ED}" type="datetime1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20C74-C1F9-0B66-3F77-D7573E91B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Enhancing Security For Selective Dissemination Of Xml Document Using Structure Based Routing By Vivek N. Waghmare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22C55F6-C474-2A44-B2A0-14D3BFB5D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 smtClean="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31626ED4-803A-479C-93AA-547556FD90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48" r:id="rId2"/>
    <p:sldLayoutId id="2147483956" r:id="rId3"/>
    <p:sldLayoutId id="2147483949" r:id="rId4"/>
    <p:sldLayoutId id="2147483950" r:id="rId5"/>
    <p:sldLayoutId id="2147483951" r:id="rId6"/>
    <p:sldLayoutId id="2147483952" r:id="rId7"/>
    <p:sldLayoutId id="2147483957" r:id="rId8"/>
    <p:sldLayoutId id="2147483958" r:id="rId9"/>
    <p:sldLayoutId id="2147483953" r:id="rId10"/>
    <p:sldLayoutId id="21474839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2E2C7B-387F-0C3F-7B68-8E28A28EABFF}"/>
              </a:ext>
            </a:extLst>
          </p:cNvPr>
          <p:cNvSpPr txBox="1">
            <a:spLocks/>
          </p:cNvSpPr>
          <p:nvPr/>
        </p:nvSpPr>
        <p:spPr>
          <a:xfrm>
            <a:off x="1096963" y="180975"/>
            <a:ext cx="10058400" cy="64389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70000"/>
              </a:lnSpc>
              <a:spcAft>
                <a:spcPts val="0"/>
              </a:spcAft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Seminar Review I Presentation on</a:t>
            </a:r>
          </a:p>
          <a:p>
            <a:pPr algn="ctr" fontAlgn="auto">
              <a:lnSpc>
                <a:spcPct val="170000"/>
              </a:lnSpc>
              <a:spcAft>
                <a:spcPts val="0"/>
              </a:spcAf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70000"/>
              </a:lnSpc>
              <a:spcAft>
                <a:spcPts val="0"/>
              </a:spcAf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Savitribai Phule Pune University</a:t>
            </a:r>
          </a:p>
          <a:p>
            <a:pPr algn="ctr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partial fulfillment of Under Graduate Degree in </a:t>
            </a:r>
          </a:p>
          <a:p>
            <a:pPr algn="ctr"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 fontAlgn="auto">
              <a:spcAft>
                <a:spcPts val="0"/>
              </a:spcAft>
              <a:defRPr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XYZ| </a:t>
            </a:r>
            <a:r>
              <a:rPr 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PRN :  9999999</a:t>
            </a:r>
          </a:p>
          <a:p>
            <a:pPr algn="ctr" fontAlgn="auto">
              <a:spcAft>
                <a:spcPts val="0"/>
              </a:spcAf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 fontAlgn="auto">
              <a:spcAft>
                <a:spcPts val="0"/>
              </a:spcAft>
              <a:defRPr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PVG’s College of Engineering &amp; S. S.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Dhamankar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Management, Nashik </a:t>
            </a:r>
          </a:p>
          <a:p>
            <a:pPr algn="ctr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 2026 </a:t>
            </a:r>
            <a:r>
              <a:rPr lang="en-US" sz="24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- 27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18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2000" b="1" dirty="0">
              <a:latin typeface="Arial Narrow" panose="020B0606020202030204" pitchFamily="34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altLang="en-US" sz="3600" b="1" i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3600" b="1" i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  <a:p>
            <a:pPr algn="ctr" fontAlgn="auto">
              <a:spcAft>
                <a:spcPts val="0"/>
              </a:spcAft>
              <a:defRPr/>
            </a:pPr>
            <a:endParaRPr lang="en-US" sz="3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C831C1-9F2B-67A8-96BF-5F55D0A96DCD}"/>
              </a:ext>
            </a:extLst>
          </p:cNvPr>
          <p:cNvSpPr/>
          <p:nvPr/>
        </p:nvSpPr>
        <p:spPr>
          <a:xfrm>
            <a:off x="258763" y="592138"/>
            <a:ext cx="11674475" cy="596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3600" b="1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“Title of the Seminar”</a:t>
            </a:r>
            <a:r>
              <a:rPr lang="en-US" sz="36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623EA0F-8D0B-59EB-A253-84C589A5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013" y="3821113"/>
            <a:ext cx="392430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547281B-AE4F-2870-C185-674414A02EDE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Introduction.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>
              <a:lnSpc>
                <a:spcPct val="150000"/>
              </a:lnSpc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      1.1. </a:t>
            </a:r>
            <a:r>
              <a:rPr lang="en-US" sz="21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150000"/>
              </a:lnSpc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      1.2. </a:t>
            </a:r>
            <a:r>
              <a:rPr lang="en-US" sz="21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50000"/>
              </a:lnSpc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      1.3. </a:t>
            </a:r>
            <a:r>
              <a:rPr lang="en-US" sz="21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2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Related Work / Literature Survey.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3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Proposed Methodology / Prototype / Idea / Algorithm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3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Implementation Details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3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Hardware / Software Specification (tools, languages, frameworks)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3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Results / Observations (Comparison with existing work)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4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Conclusion and future work</a:t>
            </a:r>
          </a:p>
          <a:p>
            <a:pPr marL="457200" indent="-457200">
              <a:lnSpc>
                <a:spcPct val="150000"/>
              </a:lnSpc>
              <a:buFontTx/>
              <a:buAutoNum type="arabicPeriod" startAt="4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References.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F3254-B36F-0F69-8556-4EDFFD58149E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Outline</a:t>
            </a:r>
          </a:p>
        </p:txBody>
      </p:sp>
      <p:sp>
        <p:nvSpPr>
          <p:cNvPr id="9220" name="Footer Placeholder 2">
            <a:extLst>
              <a:ext uri="{FF2B5EF4-FFF2-40B4-BE49-F238E27FC236}">
                <a16:creationId xmlns:a16="http://schemas.microsoft.com/office/drawing/2014/main" id="{D433F5E5-46E4-2C32-E54B-1008D9EF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9221" name="Slide Number Placeholder 7">
            <a:extLst>
              <a:ext uri="{FF2B5EF4-FFF2-40B4-BE49-F238E27FC236}">
                <a16:creationId xmlns:a16="http://schemas.microsoft.com/office/drawing/2014/main" id="{2212F7D3-4E16-A1C2-2230-EFD15EB7A0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52A573A-C42D-4DC2-AD85-D1428F937BCD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1A398B0-7A3D-9148-DCCE-FF7C2FC0736A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Must about the current scenario.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Must cited the References.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 </a:t>
            </a:r>
          </a:p>
          <a:p>
            <a:pPr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89C5A-41FC-1875-3395-B88B566F3EFA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1268" name="Footer Placeholder 2">
            <a:extLst>
              <a:ext uri="{FF2B5EF4-FFF2-40B4-BE49-F238E27FC236}">
                <a16:creationId xmlns:a16="http://schemas.microsoft.com/office/drawing/2014/main" id="{8B78397D-9220-2FC6-08CC-B3B41D45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1269" name="Slide Number Placeholder 7">
            <a:extLst>
              <a:ext uri="{FF2B5EF4-FFF2-40B4-BE49-F238E27FC236}">
                <a16:creationId xmlns:a16="http://schemas.microsoft.com/office/drawing/2014/main" id="{415821BC-0639-1DD9-7512-1A0F19549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552FB58-F3F0-478E-844C-D029BD3D48F3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E06BF0-C560-810D-7DC7-64C42A315445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1. 1 Motivation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24)</a:t>
            </a:r>
          </a:p>
          <a:p>
            <a:pPr>
              <a:defRPr/>
            </a:pP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Should be two or more.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Related Work / Literature Survey.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Proposed Methodology / Prototype / Idea / Algorithm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Conclusion </a:t>
            </a:r>
          </a:p>
          <a:p>
            <a:pPr marL="457200" indent="-457200"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References.</a:t>
            </a:r>
          </a:p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B34058-ABD7-6A46-B8F2-24A5F2193AF6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3316" name="Footer Placeholder 2">
            <a:extLst>
              <a:ext uri="{FF2B5EF4-FFF2-40B4-BE49-F238E27FC236}">
                <a16:creationId xmlns:a16="http://schemas.microsoft.com/office/drawing/2014/main" id="{FEB77388-016E-D85A-5F03-50B3C7CB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3317" name="Slide Number Placeholder 7">
            <a:extLst>
              <a:ext uri="{FF2B5EF4-FFF2-40B4-BE49-F238E27FC236}">
                <a16:creationId xmlns:a16="http://schemas.microsoft.com/office/drawing/2014/main" id="{A9D3556A-5BA2-2EB5-6813-C6924E1BD3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7F0B692-1FB4-40C8-B7AB-5C28257A371C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4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5552E3-E13C-3CD6-5B1F-3F882E540607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1. 2 Objective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24)</a:t>
            </a: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Should two or three in bullet form.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Related Work / Literature Survey.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BCA0A6-1B07-0A0A-D9C5-05F1E8238E21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5364" name="Footer Placeholder 2">
            <a:extLst>
              <a:ext uri="{FF2B5EF4-FFF2-40B4-BE49-F238E27FC236}">
                <a16:creationId xmlns:a16="http://schemas.microsoft.com/office/drawing/2014/main" id="{7FC1FBE4-EC01-6804-81CE-A5951C25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5365" name="Slide Number Placeholder 7">
            <a:extLst>
              <a:ext uri="{FF2B5EF4-FFF2-40B4-BE49-F238E27FC236}">
                <a16:creationId xmlns:a16="http://schemas.microsoft.com/office/drawing/2014/main" id="{0BBF2A53-A970-3A17-B2FA-4C0489E68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1A477C4-D7F6-4707-8EEE-096E5DE80EB6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5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88CB43-C1DE-ED52-5122-BCD09301DE32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1. 3 Problem Statement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24)</a:t>
            </a: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4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Should be in one or two paragraph.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3F3E3-4051-D547-A8CE-D42B5CC11CB3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1. Introduction</a:t>
            </a:r>
          </a:p>
        </p:txBody>
      </p:sp>
      <p:sp>
        <p:nvSpPr>
          <p:cNvPr id="17412" name="Footer Placeholder 2">
            <a:extLst>
              <a:ext uri="{FF2B5EF4-FFF2-40B4-BE49-F238E27FC236}">
                <a16:creationId xmlns:a16="http://schemas.microsoft.com/office/drawing/2014/main" id="{3717B5FD-5A57-5989-1D32-E50F2186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7413" name="Slide Number Placeholder 7">
            <a:extLst>
              <a:ext uri="{FF2B5EF4-FFF2-40B4-BE49-F238E27FC236}">
                <a16:creationId xmlns:a16="http://schemas.microsoft.com/office/drawing/2014/main" id="{EDF7DD65-6DF6-B944-7439-5E5C5DE87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34F9EDF-5DD9-438E-95B9-9AAF997697AB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6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2C8182-15DB-24C2-45E4-B8AD2284A274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Should be in paragraph / tabular form / in bullet form with citation </a:t>
            </a:r>
            <a:r>
              <a:rPr lang="en-US" sz="21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(take the reference of IEEE base paper)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5E27B-479D-EB66-CA0B-15890A03E3F8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2. Related Work / Literature Survey </a:t>
            </a:r>
          </a:p>
        </p:txBody>
      </p:sp>
      <p:sp>
        <p:nvSpPr>
          <p:cNvPr id="19460" name="Footer Placeholder 2">
            <a:extLst>
              <a:ext uri="{FF2B5EF4-FFF2-40B4-BE49-F238E27FC236}">
                <a16:creationId xmlns:a16="http://schemas.microsoft.com/office/drawing/2014/main" id="{9E13AC0A-3A1F-ECC6-FCD3-21DEB195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19461" name="Slide Number Placeholder 7">
            <a:extLst>
              <a:ext uri="{FF2B5EF4-FFF2-40B4-BE49-F238E27FC236}">
                <a16:creationId xmlns:a16="http://schemas.microsoft.com/office/drawing/2014/main" id="{89E5F518-B0BB-B152-8CA9-D841322CC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85DAF8-B138-4B6D-B2FC-6FB56B4647A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7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E559EE-0C55-2F68-96CD-21EB0C5ACC40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Should be in paragraph or in bullet form </a:t>
            </a:r>
            <a:r>
              <a:rPr lang="en-US" sz="21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(take the reference of IEEE base paper). Give citation for figure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Need a prototype / System diagram /  flowchart / working model.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73D1F-CD7C-EF2E-BB3F-A82DDE5CF58C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3.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Proposed Methodology / Prototype / Idea / Algorithm</a:t>
            </a: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 </a:t>
            </a:r>
          </a:p>
        </p:txBody>
      </p:sp>
      <p:sp>
        <p:nvSpPr>
          <p:cNvPr id="21508" name="Footer Placeholder 2">
            <a:extLst>
              <a:ext uri="{FF2B5EF4-FFF2-40B4-BE49-F238E27FC236}">
                <a16:creationId xmlns:a16="http://schemas.microsoft.com/office/drawing/2014/main" id="{74E2C006-4A33-3C8A-CEE3-7E2C89165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1509" name="Slide Number Placeholder 7">
            <a:extLst>
              <a:ext uri="{FF2B5EF4-FFF2-40B4-BE49-F238E27FC236}">
                <a16:creationId xmlns:a16="http://schemas.microsoft.com/office/drawing/2014/main" id="{E464C61E-E166-4505-2688-6CB3FFE0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86843C-A890-4555-AB31-A6640F9823E0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21510" name="Picture 2">
            <a:extLst>
              <a:ext uri="{FF2B5EF4-FFF2-40B4-BE49-F238E27FC236}">
                <a16:creationId xmlns:a16="http://schemas.microsoft.com/office/drawing/2014/main" id="{80DD5B1D-3E8D-37BB-6951-A6803AE7A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2111375"/>
            <a:ext cx="8440737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Footer Placeholder 2">
            <a:extLst>
              <a:ext uri="{FF2B5EF4-FFF2-40B4-BE49-F238E27FC236}">
                <a16:creationId xmlns:a16="http://schemas.microsoft.com/office/drawing/2014/main" id="{DC1063CF-9D13-C475-31A4-84F54DE39914}"/>
              </a:ext>
            </a:extLst>
          </p:cNvPr>
          <p:cNvSpPr txBox="1">
            <a:spLocks/>
          </p:cNvSpPr>
          <p:nvPr/>
        </p:nvSpPr>
        <p:spPr bwMode="auto">
          <a:xfrm>
            <a:off x="2503488" y="6062663"/>
            <a:ext cx="74168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Figure 2.1 : Production  of Pekilo Protein </a:t>
            </a:r>
            <a:r>
              <a:rPr lang="en-US" altLang="en-US" sz="1200" b="1">
                <a:solidFill>
                  <a:srgbClr val="FF0000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(use font type &amp; size Times New Roman 12)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5FA0B6-45A9-DD61-B038-A77EE8F59E2C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Hardware</a:t>
            </a:r>
          </a:p>
          <a:p>
            <a:pPr>
              <a:defRPr/>
            </a:pPr>
            <a:endParaRPr lang="en-US" sz="2100" b="1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Should be Specific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 </a:t>
            </a:r>
          </a:p>
          <a:p>
            <a:pPr>
              <a:defRPr/>
            </a:pP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solidFill>
                <a:schemeClr val="tx1"/>
              </a:solidFill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		</a:t>
            </a:r>
          </a:p>
          <a:p>
            <a:pPr>
              <a:defRPr/>
            </a:pPr>
            <a:endParaRPr lang="en-US" sz="2100" b="1" dirty="0">
              <a:solidFill>
                <a:schemeClr val="tx1"/>
              </a:solidFill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Software</a:t>
            </a:r>
          </a:p>
          <a:p>
            <a:pPr>
              <a:defRPr/>
            </a:pPr>
            <a:endParaRPr lang="en-US" sz="2100" b="1" dirty="0">
              <a:solidFill>
                <a:schemeClr val="tx1"/>
              </a:solidFill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solidFill>
                <a:schemeClr val="tx1"/>
              </a:solidFill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 </a:t>
            </a:r>
          </a:p>
          <a:p>
            <a:pPr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solidFill>
                <a:schemeClr val="tx1"/>
              </a:solidFill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b="1" dirty="0">
              <a:solidFill>
                <a:srgbClr val="FF0000"/>
              </a:solidFill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8144B4-C37F-D331-8B2C-A73BB580BFAD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5. Hardware / Software Speciation  </a:t>
            </a:r>
          </a:p>
        </p:txBody>
      </p:sp>
      <p:sp>
        <p:nvSpPr>
          <p:cNvPr id="23556" name="Footer Placeholder 2">
            <a:extLst>
              <a:ext uri="{FF2B5EF4-FFF2-40B4-BE49-F238E27FC236}">
                <a16:creationId xmlns:a16="http://schemas.microsoft.com/office/drawing/2014/main" id="{A7E55B66-1DE7-09E3-4819-DBAE52BC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3557" name="Slide Number Placeholder 7">
            <a:extLst>
              <a:ext uri="{FF2B5EF4-FFF2-40B4-BE49-F238E27FC236}">
                <a16:creationId xmlns:a16="http://schemas.microsoft.com/office/drawing/2014/main" id="{0FB5172C-496D-CF86-355C-014EB7A350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0A633A-2F7E-46F4-BA2C-F7D57F0C5D7A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36BC0B-5EBD-2C05-9AA1-4D116419444C}"/>
              </a:ext>
            </a:extLst>
          </p:cNvPr>
          <p:cNvSpPr txBox="1">
            <a:spLocks/>
          </p:cNvSpPr>
          <p:nvPr/>
        </p:nvSpPr>
        <p:spPr>
          <a:xfrm>
            <a:off x="266700" y="1030288"/>
            <a:ext cx="11653838" cy="5292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itchFamily="2" charset="2"/>
              <a:buChar char="§"/>
              <a:defRPr/>
            </a:pPr>
            <a:r>
              <a:rPr lang="en-US" sz="2100" b="1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Should be in paragraph </a:t>
            </a:r>
            <a:r>
              <a:rPr lang="en-US" sz="21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21)</a:t>
            </a:r>
          </a:p>
          <a:p>
            <a:pPr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  <a:defRPr/>
            </a:pPr>
            <a:endParaRPr lang="en-US" sz="21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F42FD-3F3A-4E7A-D867-43A9C7D60C73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4. Conclusion  </a:t>
            </a:r>
          </a:p>
        </p:txBody>
      </p:sp>
      <p:sp>
        <p:nvSpPr>
          <p:cNvPr id="25604" name="Footer Placeholder 2">
            <a:extLst>
              <a:ext uri="{FF2B5EF4-FFF2-40B4-BE49-F238E27FC236}">
                <a16:creationId xmlns:a16="http://schemas.microsoft.com/office/drawing/2014/main" id="{F6DB7B20-CE99-E3FC-F9B1-E8166DED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  <p:sp>
        <p:nvSpPr>
          <p:cNvPr id="25605" name="Slide Number Placeholder 7">
            <a:extLst>
              <a:ext uri="{FF2B5EF4-FFF2-40B4-BE49-F238E27FC236}">
                <a16:creationId xmlns:a16="http://schemas.microsoft.com/office/drawing/2014/main" id="{A997CD8A-406D-5C1B-26B1-89E6027F13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02A33BB-4A29-47BC-8E72-5896F0862EFD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129BA407-4381-929F-A485-567EF0DA9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96EB035-1ED6-4C4C-8985-3F6557FE4114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11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C73ABF-3DCA-CDE3-233B-2617EB3F1827}"/>
              </a:ext>
            </a:extLst>
          </p:cNvPr>
          <p:cNvSpPr/>
          <p:nvPr/>
        </p:nvSpPr>
        <p:spPr>
          <a:xfrm>
            <a:off x="247650" y="92075"/>
            <a:ext cx="11672888" cy="695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3600" b="1" dirty="0">
                <a:solidFill>
                  <a:schemeClr val="tx1"/>
                </a:solidFill>
                <a:latin typeface="Arial Narrow" pitchFamily="34" charset="0"/>
                <a:ea typeface="Lucida Sans Unicode" pitchFamily="34" charset="0"/>
              </a:rPr>
              <a:t>5. References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CCE8A7-9270-E398-837D-ABF528C3EFED}"/>
              </a:ext>
            </a:extLst>
          </p:cNvPr>
          <p:cNvSpPr txBox="1">
            <a:spLocks/>
          </p:cNvSpPr>
          <p:nvPr/>
        </p:nvSpPr>
        <p:spPr>
          <a:xfrm>
            <a:off x="323850" y="931863"/>
            <a:ext cx="11534775" cy="52927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defRPr/>
            </a:pP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[1]      Waites Michael J., Morgan Neil L. ,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Rockey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John S., and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Higton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Gary.2001. Industrial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Microbiology:An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Introduction. Blackwell Science, Oxford.219-223.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[2]      Stanbury Peter F., Whitaker Allan, and Hall Stephen J. 1995. Principles Of Fermentation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Technoogy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. 2nd edition. Butterworth- Heinemann, Oxford.93, 123-125.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[3]      Goldberg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Isreal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, 1943.Single Cell Protein (Biotechnology monographs; vol. 1).Springer-Verlag, Berlin Heidelberg.11-67, 109.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[4]     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Nasseri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A.T.,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Amini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S.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Rasoul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Morowvat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, M.H., and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Ghasemi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Y. Single Cell Protein: Production and Process. American Journal of Food Technology, 2011. 1-8.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[5]    Srividya A.R.,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Vishnuvarthan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V.J., Murugappan M.,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Dhakae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Prajakt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Gopal. Single Cell Protein: A Review. International Journal of Pharmaceutical </a:t>
            </a:r>
            <a:r>
              <a:rPr lang="en-US" sz="1500" dirty="0" err="1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Rearch</a:t>
            </a:r>
            <a:r>
              <a:rPr lang="en-US" sz="1500" dirty="0"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 Scholar, 2013.473-475. 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Lucida Sans Unicode" pitchFamily="34" charset="0"/>
                <a:cs typeface="Times New Roman" panose="02020603050405020304" pitchFamily="18" charset="0"/>
              </a:rPr>
              <a:t>(use font type &amp; size Times New Roman 15)</a:t>
            </a:r>
          </a:p>
          <a:p>
            <a:pPr algn="just">
              <a:lnSpc>
                <a:spcPct val="150000"/>
              </a:lnSpc>
              <a:defRPr/>
            </a:pPr>
            <a:endParaRPr lang="en-US" sz="1400" dirty="0">
              <a:latin typeface="Times New Roman" panose="02020603050405020304" pitchFamily="18" charset="0"/>
              <a:ea typeface="Lucida Sans Unicode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defRPr/>
            </a:pPr>
            <a:endParaRPr lang="en-US" sz="2000" dirty="0">
              <a:latin typeface="Arial Narrow" pitchFamily="34" charset="0"/>
              <a:ea typeface="Lucida Sans Unicode" pitchFamily="34" charset="0"/>
            </a:endParaRPr>
          </a:p>
        </p:txBody>
      </p:sp>
      <p:sp>
        <p:nvSpPr>
          <p:cNvPr id="27653" name="Footer Placeholder 2">
            <a:extLst>
              <a:ext uri="{FF2B5EF4-FFF2-40B4-BE49-F238E27FC236}">
                <a16:creationId xmlns:a16="http://schemas.microsoft.com/office/drawing/2014/main" id="{ED9058E0-8E1E-8C93-2E62-529E8D69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2322513" y="6323013"/>
            <a:ext cx="7416800" cy="50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7030A0"/>
                </a:solidFill>
                <a:latin typeface="Arial Narrow" panose="020B0606020202030204" pitchFamily="34" charset="0"/>
              </a:rPr>
              <a:t>Department of Information Technology | PVG’s COE&amp;SSDIOM Nashik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715BF4-42F8-5C83-DA33-DB8007FD73DD}"/>
              </a:ext>
            </a:extLst>
          </p:cNvPr>
          <p:cNvSpPr txBox="1">
            <a:spLocks/>
          </p:cNvSpPr>
          <p:nvPr/>
        </p:nvSpPr>
        <p:spPr>
          <a:xfrm>
            <a:off x="4405313" y="2147888"/>
            <a:ext cx="7515225" cy="40862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 fontAlgn="auto">
              <a:spcAft>
                <a:spcPts val="0"/>
              </a:spcAft>
              <a:defRPr/>
            </a:pPr>
            <a:endParaRPr lang="en-US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r>
              <a:rPr lang="en-US" sz="5400" b="1" i="1" kern="0" dirty="0">
                <a:solidFill>
                  <a:srgbClr val="000000"/>
                </a:solidFill>
                <a:latin typeface="Times New Roman" pitchFamily="18" charset="0"/>
                <a:ea typeface="Lucida Sans Unicode" charset="0"/>
                <a:cs typeface="Times New Roman" pitchFamily="18" charset="0"/>
              </a:rPr>
              <a:t>        Any Questions?</a:t>
            </a:r>
            <a:endParaRPr lang="en-IN" sz="5400" b="1" i="1" kern="0" dirty="0">
              <a:solidFill>
                <a:srgbClr val="000000"/>
              </a:solidFill>
              <a:latin typeface="Times New Roman" pitchFamily="18" charset="0"/>
              <a:ea typeface="Lucida Sans Unicode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1800" dirty="0">
              <a:latin typeface="Arial Narrow" pitchFamily="34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defRPr/>
            </a:pPr>
            <a:endParaRPr lang="en-US" altLang="en-US" sz="1800" dirty="0">
              <a:latin typeface="Arial Narrow" pitchFamily="34" charset="0"/>
              <a:cs typeface="Times New Roman" panose="02020603050405020304" pitchFamily="18" charset="0"/>
            </a:endParaRPr>
          </a:p>
          <a:p>
            <a:pPr marL="182880" indent="-182880" algn="just" fontAlgn="auto">
              <a:spcAft>
                <a:spcPts val="0"/>
              </a:spcAft>
              <a:defRPr/>
            </a:pPr>
            <a:endParaRPr lang="en-US" sz="1800" dirty="0">
              <a:latin typeface="Arial Narrow" pitchFamily="34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D1F637-EFB0-68B6-F576-3040E5BDC3D4}"/>
              </a:ext>
            </a:extLst>
          </p:cNvPr>
          <p:cNvSpPr/>
          <p:nvPr/>
        </p:nvSpPr>
        <p:spPr>
          <a:xfrm>
            <a:off x="247650" y="92075"/>
            <a:ext cx="11672888" cy="1709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i="1" dirty="0">
                <a:solidFill>
                  <a:schemeClr val="tx1"/>
                </a:solidFill>
                <a:latin typeface="Arial Narrow" pitchFamily="34" charset="0"/>
              </a:rPr>
              <a:t>Thank You !</a:t>
            </a:r>
            <a:endParaRPr lang="en-IN" sz="60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F3AFFD41-8F72-5DFA-AADE-6E0B59C82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C17B7C3-8F6E-4EBB-8396-B9C87D481CC8}" type="slidenum">
              <a:rPr lang="en-US" altLang="en-US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12</a:t>
            </a:fld>
            <a:endParaRPr lang="en-US" altLang="en-US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" name="Picture 4" descr="C:\Users\VIVEK\Desktop\art.png">
            <a:extLst>
              <a:ext uri="{FF2B5EF4-FFF2-40B4-BE49-F238E27FC236}">
                <a16:creationId xmlns:a16="http://schemas.microsoft.com/office/drawing/2014/main" id="{7C3A00B5-2EF5-8D47-CF93-2777C62FC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160588"/>
            <a:ext cx="2209800" cy="404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1106</TotalTime>
  <Words>788</Words>
  <Application>Microsoft Office PowerPoint</Application>
  <PresentationFormat>Widescreen</PresentationFormat>
  <Paragraphs>297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Franklin Gothic Book</vt:lpstr>
      <vt:lpstr>Perpetua</vt:lpstr>
      <vt:lpstr>Wingdings 2</vt:lpstr>
      <vt:lpstr>Calibri</vt:lpstr>
      <vt:lpstr>Times New Roman</vt:lpstr>
      <vt:lpstr>Arial Narrow</vt:lpstr>
      <vt:lpstr>Lucida Sans Unicode</vt:lpstr>
      <vt:lpstr>Wingdings</vt:lpstr>
      <vt:lpstr>Equity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“Enhancing Security for Selective Dissemination of XML Document using Structure Based Routing”</dc:title>
  <dc:creator>SGGS</dc:creator>
  <cp:lastModifiedBy>Ayush Korde</cp:lastModifiedBy>
  <cp:revision>527</cp:revision>
  <dcterms:created xsi:type="dcterms:W3CDTF">2017-02-20T07:10:51Z</dcterms:created>
  <dcterms:modified xsi:type="dcterms:W3CDTF">2026-09-22T18:20:08Z</dcterms:modified>
</cp:coreProperties>
</file>